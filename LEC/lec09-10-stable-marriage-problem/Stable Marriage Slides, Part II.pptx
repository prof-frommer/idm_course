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3" r:id="rId4"/>
    <p:sldId id="264" r:id="rId5"/>
    <p:sldId id="266" r:id="rId6"/>
    <p:sldId id="267" r:id="rId7"/>
    <p:sldId id="268" r:id="rId8"/>
    <p:sldId id="270" r:id="rId9"/>
    <p:sldId id="269" r:id="rId10"/>
    <p:sldId id="271" r:id="rId11"/>
    <p:sldId id="272" r:id="rId12"/>
    <p:sldId id="273" r:id="rId13"/>
    <p:sldId id="274" r:id="rId14"/>
    <p:sldId id="275" r:id="rId15"/>
    <p:sldId id="260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39818E-FECA-4149-A441-07619F1C3CDC}" v="436" dt="2025-02-19T14:23:08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83" autoAdjust="0"/>
  </p:normalViewPr>
  <p:slideViewPr>
    <p:cSldViewPr snapToGrid="0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0239818E-FECA-4149-A441-07619F1C3CDC}"/>
    <pc:docChg chg="undo custSel addSld modSld sldOrd">
      <pc:chgData name="Frommer, Ian Dr. (EDU)" userId="28ca3ff0-544f-450a-928b-99e19cf49b89" providerId="ADAL" clId="{0239818E-FECA-4149-A441-07619F1C3CDC}" dt="2025-02-19T15:08:57.931" v="4188" actId="20578"/>
      <pc:docMkLst>
        <pc:docMk/>
      </pc:docMkLst>
      <pc:sldChg chg="modSp mod">
        <pc:chgData name="Frommer, Ian Dr. (EDU)" userId="28ca3ff0-544f-450a-928b-99e19cf49b89" providerId="ADAL" clId="{0239818E-FECA-4149-A441-07619F1C3CDC}" dt="2025-02-12T18:41:46.898" v="1" actId="20577"/>
        <pc:sldMkLst>
          <pc:docMk/>
          <pc:sldMk cId="1074573397" sldId="256"/>
        </pc:sldMkLst>
        <pc:spChg chg="mod">
          <ac:chgData name="Frommer, Ian Dr. (EDU)" userId="28ca3ff0-544f-450a-928b-99e19cf49b89" providerId="ADAL" clId="{0239818E-FECA-4149-A441-07619F1C3CDC}" dt="2025-02-12T18:41:46.898" v="1" actId="20577"/>
          <ac:spMkLst>
            <pc:docMk/>
            <pc:sldMk cId="1074573397" sldId="256"/>
            <ac:spMk id="3" creationId="{7739A02C-7149-20DC-277A-23BFEF5E6B89}"/>
          </ac:spMkLst>
        </pc:spChg>
      </pc:sldChg>
      <pc:sldChg chg="modSp add mod modNotesTx">
        <pc:chgData name="Frommer, Ian Dr. (EDU)" userId="28ca3ff0-544f-450a-928b-99e19cf49b89" providerId="ADAL" clId="{0239818E-FECA-4149-A441-07619F1C3CDC}" dt="2025-02-19T14:57:47.386" v="3745" actId="20577"/>
        <pc:sldMkLst>
          <pc:docMk/>
          <pc:sldMk cId="1022732612" sldId="260"/>
        </pc:sldMkLst>
        <pc:spChg chg="mod">
          <ac:chgData name="Frommer, Ian Dr. (EDU)" userId="28ca3ff0-544f-450a-928b-99e19cf49b89" providerId="ADAL" clId="{0239818E-FECA-4149-A441-07619F1C3CDC}" dt="2025-02-19T14:57:39.706" v="3741" actId="20577"/>
          <ac:spMkLst>
            <pc:docMk/>
            <pc:sldMk cId="1022732612" sldId="260"/>
            <ac:spMk id="3" creationId="{4B958CA2-737E-B306-4C36-5599D65E4D34}"/>
          </ac:spMkLst>
        </pc:spChg>
      </pc:sldChg>
      <pc:sldChg chg="modSp new mod">
        <pc:chgData name="Frommer, Ian Dr. (EDU)" userId="28ca3ff0-544f-450a-928b-99e19cf49b89" providerId="ADAL" clId="{0239818E-FECA-4149-A441-07619F1C3CDC}" dt="2025-02-19T13:01:22.617" v="2048" actId="20577"/>
        <pc:sldMkLst>
          <pc:docMk/>
          <pc:sldMk cId="3549982" sldId="261"/>
        </pc:sldMkLst>
        <pc:spChg chg="mod">
          <ac:chgData name="Frommer, Ian Dr. (EDU)" userId="28ca3ff0-544f-450a-928b-99e19cf49b89" providerId="ADAL" clId="{0239818E-FECA-4149-A441-07619F1C3CDC}" dt="2025-02-18T14:25:37.633" v="169" actId="114"/>
          <ac:spMkLst>
            <pc:docMk/>
            <pc:sldMk cId="3549982" sldId="261"/>
            <ac:spMk id="2" creationId="{CD880828-BDBD-08EA-EAE8-6E39517F6882}"/>
          </ac:spMkLst>
        </pc:spChg>
        <pc:spChg chg="mod">
          <ac:chgData name="Frommer, Ian Dr. (EDU)" userId="28ca3ff0-544f-450a-928b-99e19cf49b89" providerId="ADAL" clId="{0239818E-FECA-4149-A441-07619F1C3CDC}" dt="2025-02-19T13:01:22.617" v="2048" actId="20577"/>
          <ac:spMkLst>
            <pc:docMk/>
            <pc:sldMk cId="3549982" sldId="261"/>
            <ac:spMk id="3" creationId="{5FA25B1E-FEE9-67A2-6406-A6EB2F130706}"/>
          </ac:spMkLst>
        </pc:spChg>
      </pc:sldChg>
      <pc:sldChg chg="modSp add mod ord modAnim">
        <pc:chgData name="Frommer, Ian Dr. (EDU)" userId="28ca3ff0-544f-450a-928b-99e19cf49b89" providerId="ADAL" clId="{0239818E-FECA-4149-A441-07619F1C3CDC}" dt="2025-02-19T13:02:31.763" v="2072" actId="20577"/>
        <pc:sldMkLst>
          <pc:docMk/>
          <pc:sldMk cId="410359151" sldId="263"/>
        </pc:sldMkLst>
        <pc:spChg chg="mod">
          <ac:chgData name="Frommer, Ian Dr. (EDU)" userId="28ca3ff0-544f-450a-928b-99e19cf49b89" providerId="ADAL" clId="{0239818E-FECA-4149-A441-07619F1C3CDC}" dt="2025-02-19T13:02:31.763" v="2072" actId="20577"/>
          <ac:spMkLst>
            <pc:docMk/>
            <pc:sldMk cId="410359151" sldId="263"/>
            <ac:spMk id="3" creationId="{CCF877CB-DA0B-FDB4-E6F2-3F7F5E24037D}"/>
          </ac:spMkLst>
        </pc:spChg>
      </pc:sldChg>
      <pc:sldChg chg="add ord">
        <pc:chgData name="Frommer, Ian Dr. (EDU)" userId="28ca3ff0-544f-450a-928b-99e19cf49b89" providerId="ADAL" clId="{0239818E-FECA-4149-A441-07619F1C3CDC}" dt="2025-02-19T15:08:57.931" v="4188" actId="20578"/>
        <pc:sldMkLst>
          <pc:docMk/>
          <pc:sldMk cId="2326768796" sldId="264"/>
        </pc:sldMkLst>
      </pc:sldChg>
      <pc:sldChg chg="modSp add mod">
        <pc:chgData name="Frommer, Ian Dr. (EDU)" userId="28ca3ff0-544f-450a-928b-99e19cf49b89" providerId="ADAL" clId="{0239818E-FECA-4149-A441-07619F1C3CDC}" dt="2025-02-19T15:06:51.957" v="4185" actId="27636"/>
        <pc:sldMkLst>
          <pc:docMk/>
          <pc:sldMk cId="596108354" sldId="265"/>
        </pc:sldMkLst>
        <pc:spChg chg="mod">
          <ac:chgData name="Frommer, Ian Dr. (EDU)" userId="28ca3ff0-544f-450a-928b-99e19cf49b89" providerId="ADAL" clId="{0239818E-FECA-4149-A441-07619F1C3CDC}" dt="2025-02-13T13:40:00.903" v="52" actId="20577"/>
          <ac:spMkLst>
            <pc:docMk/>
            <pc:sldMk cId="596108354" sldId="265"/>
            <ac:spMk id="2" creationId="{C97C426C-565D-E66A-4017-1FCA05D5EBA1}"/>
          </ac:spMkLst>
        </pc:spChg>
        <pc:spChg chg="mod">
          <ac:chgData name="Frommer, Ian Dr. (EDU)" userId="28ca3ff0-544f-450a-928b-99e19cf49b89" providerId="ADAL" clId="{0239818E-FECA-4149-A441-07619F1C3CDC}" dt="2025-02-19T15:06:51.957" v="4185" actId="27636"/>
          <ac:spMkLst>
            <pc:docMk/>
            <pc:sldMk cId="596108354" sldId="265"/>
            <ac:spMk id="3" creationId="{DE54666E-E53E-C9B2-C80D-4660A16C25A2}"/>
          </ac:spMkLst>
        </pc:spChg>
      </pc:sldChg>
      <pc:sldChg chg="addSp delSp modSp new mod modAnim modNotesTx">
        <pc:chgData name="Frommer, Ian Dr. (EDU)" userId="28ca3ff0-544f-450a-928b-99e19cf49b89" providerId="ADAL" clId="{0239818E-FECA-4149-A441-07619F1C3CDC}" dt="2025-02-18T15:50:47.679" v="1362" actId="20577"/>
        <pc:sldMkLst>
          <pc:docMk/>
          <pc:sldMk cId="3734494951" sldId="266"/>
        </pc:sldMkLst>
        <pc:spChg chg="mod">
          <ac:chgData name="Frommer, Ian Dr. (EDU)" userId="28ca3ff0-544f-450a-928b-99e19cf49b89" providerId="ADAL" clId="{0239818E-FECA-4149-A441-07619F1C3CDC}" dt="2025-02-18T15:44:46.415" v="1185" actId="1036"/>
          <ac:spMkLst>
            <pc:docMk/>
            <pc:sldMk cId="3734494951" sldId="266"/>
            <ac:spMk id="2" creationId="{2DD3FB98-5D5C-3BC8-2B53-347F41FA6366}"/>
          </ac:spMkLst>
        </pc:spChg>
        <pc:spChg chg="add del mod">
          <ac:chgData name="Frommer, Ian Dr. (EDU)" userId="28ca3ff0-544f-450a-928b-99e19cf49b89" providerId="ADAL" clId="{0239818E-FECA-4149-A441-07619F1C3CDC}" dt="2025-02-18T15:45:23.662" v="1271" actId="14100"/>
          <ac:spMkLst>
            <pc:docMk/>
            <pc:sldMk cId="3734494951" sldId="266"/>
            <ac:spMk id="3" creationId="{B2A6D429-2A18-9356-E084-133C21D60F25}"/>
          </ac:spMkLst>
        </pc:spChg>
        <pc:spChg chg="add mod">
          <ac:chgData name="Frommer, Ian Dr. (EDU)" userId="28ca3ff0-544f-450a-928b-99e19cf49b89" providerId="ADAL" clId="{0239818E-FECA-4149-A441-07619F1C3CDC}" dt="2025-02-18T15:46:34.527" v="1308" actId="14100"/>
          <ac:spMkLst>
            <pc:docMk/>
            <pc:sldMk cId="3734494951" sldId="266"/>
            <ac:spMk id="6" creationId="{72BD8285-001A-8116-59FB-44041DBAC171}"/>
          </ac:spMkLst>
        </pc:spChg>
        <pc:picChg chg="add mod">
          <ac:chgData name="Frommer, Ian Dr. (EDU)" userId="28ca3ff0-544f-450a-928b-99e19cf49b89" providerId="ADAL" clId="{0239818E-FECA-4149-A441-07619F1C3CDC}" dt="2025-02-18T15:44:46.415" v="1185" actId="1036"/>
          <ac:picMkLst>
            <pc:docMk/>
            <pc:sldMk cId="3734494951" sldId="266"/>
            <ac:picMk id="5" creationId="{1C296BEE-0DEF-E228-BF80-6CB99F57384A}"/>
          </ac:picMkLst>
        </pc:picChg>
      </pc:sldChg>
      <pc:sldChg chg="addSp modSp new mod modAnim">
        <pc:chgData name="Frommer, Ian Dr. (EDU)" userId="28ca3ff0-544f-450a-928b-99e19cf49b89" providerId="ADAL" clId="{0239818E-FECA-4149-A441-07619F1C3CDC}" dt="2025-02-19T13:41:17.043" v="2409" actId="27636"/>
        <pc:sldMkLst>
          <pc:docMk/>
          <pc:sldMk cId="3760360756" sldId="267"/>
        </pc:sldMkLst>
        <pc:spChg chg="mod">
          <ac:chgData name="Frommer, Ian Dr. (EDU)" userId="28ca3ff0-544f-450a-928b-99e19cf49b89" providerId="ADAL" clId="{0239818E-FECA-4149-A441-07619F1C3CDC}" dt="2025-02-13T13:43:04.123" v="96" actId="20577"/>
          <ac:spMkLst>
            <pc:docMk/>
            <pc:sldMk cId="3760360756" sldId="267"/>
            <ac:spMk id="2" creationId="{2B430F67-583F-BE69-11E4-96580126D66C}"/>
          </ac:spMkLst>
        </pc:spChg>
        <pc:spChg chg="mod">
          <ac:chgData name="Frommer, Ian Dr. (EDU)" userId="28ca3ff0-544f-450a-928b-99e19cf49b89" providerId="ADAL" clId="{0239818E-FECA-4149-A441-07619F1C3CDC}" dt="2025-02-19T13:41:17.043" v="2409" actId="27636"/>
          <ac:spMkLst>
            <pc:docMk/>
            <pc:sldMk cId="3760360756" sldId="267"/>
            <ac:spMk id="3" creationId="{83333A12-670E-366A-6C3F-E87588203483}"/>
          </ac:spMkLst>
        </pc:spChg>
        <pc:picChg chg="add mod modCrop">
          <ac:chgData name="Frommer, Ian Dr. (EDU)" userId="28ca3ff0-544f-450a-928b-99e19cf49b89" providerId="ADAL" clId="{0239818E-FECA-4149-A441-07619F1C3CDC}" dt="2025-02-18T16:42:24.416" v="1896" actId="1076"/>
          <ac:picMkLst>
            <pc:docMk/>
            <pc:sldMk cId="3760360756" sldId="267"/>
            <ac:picMk id="5" creationId="{F1028982-1A92-6AF9-CC76-A1A2B15C375A}"/>
          </ac:picMkLst>
        </pc:picChg>
        <pc:picChg chg="add mod modCrop">
          <ac:chgData name="Frommer, Ian Dr. (EDU)" userId="28ca3ff0-544f-450a-928b-99e19cf49b89" providerId="ADAL" clId="{0239818E-FECA-4149-A441-07619F1C3CDC}" dt="2025-02-18T16:42:19.369" v="1895" actId="1076"/>
          <ac:picMkLst>
            <pc:docMk/>
            <pc:sldMk cId="3760360756" sldId="267"/>
            <ac:picMk id="6" creationId="{21AD7B3A-A7E9-B330-0998-3DB7C87686FE}"/>
          </ac:picMkLst>
        </pc:picChg>
      </pc:sldChg>
      <pc:sldChg chg="modSp add mod">
        <pc:chgData name="Frommer, Ian Dr. (EDU)" userId="28ca3ff0-544f-450a-928b-99e19cf49b89" providerId="ADAL" clId="{0239818E-FECA-4149-A441-07619F1C3CDC}" dt="2025-02-18T16:44:16.385" v="1928" actId="27636"/>
        <pc:sldMkLst>
          <pc:docMk/>
          <pc:sldMk cId="300980877" sldId="268"/>
        </pc:sldMkLst>
        <pc:spChg chg="mod">
          <ac:chgData name="Frommer, Ian Dr. (EDU)" userId="28ca3ff0-544f-450a-928b-99e19cf49b89" providerId="ADAL" clId="{0239818E-FECA-4149-A441-07619F1C3CDC}" dt="2025-02-18T16:43:56.567" v="1920" actId="20577"/>
          <ac:spMkLst>
            <pc:docMk/>
            <pc:sldMk cId="300980877" sldId="268"/>
            <ac:spMk id="2" creationId="{9C34B549-4FF8-952E-1DB8-37345869DCBF}"/>
          </ac:spMkLst>
        </pc:spChg>
        <pc:spChg chg="mod">
          <ac:chgData name="Frommer, Ian Dr. (EDU)" userId="28ca3ff0-544f-450a-928b-99e19cf49b89" providerId="ADAL" clId="{0239818E-FECA-4149-A441-07619F1C3CDC}" dt="2025-02-18T16:44:16.385" v="1928" actId="27636"/>
          <ac:spMkLst>
            <pc:docMk/>
            <pc:sldMk cId="300980877" sldId="268"/>
            <ac:spMk id="3" creationId="{9DF24574-C6C6-0B7C-E910-4CFD2E47CDC2}"/>
          </ac:spMkLst>
        </pc:spChg>
      </pc:sldChg>
      <pc:sldChg chg="addSp modSp new mod">
        <pc:chgData name="Frommer, Ian Dr. (EDU)" userId="28ca3ff0-544f-450a-928b-99e19cf49b89" providerId="ADAL" clId="{0239818E-FECA-4149-A441-07619F1C3CDC}" dt="2025-02-19T13:54:15.023" v="2567" actId="1076"/>
        <pc:sldMkLst>
          <pc:docMk/>
          <pc:sldMk cId="3836707026" sldId="269"/>
        </pc:sldMkLst>
        <pc:spChg chg="mod">
          <ac:chgData name="Frommer, Ian Dr. (EDU)" userId="28ca3ff0-544f-450a-928b-99e19cf49b89" providerId="ADAL" clId="{0239818E-FECA-4149-A441-07619F1C3CDC}" dt="2025-02-18T18:24:52.533" v="1961" actId="20577"/>
          <ac:spMkLst>
            <pc:docMk/>
            <pc:sldMk cId="3836707026" sldId="269"/>
            <ac:spMk id="2" creationId="{F92EC9F5-BA9F-4F45-E562-22893BB2F2C1}"/>
          </ac:spMkLst>
        </pc:spChg>
        <pc:spChg chg="mod">
          <ac:chgData name="Frommer, Ian Dr. (EDU)" userId="28ca3ff0-544f-450a-928b-99e19cf49b89" providerId="ADAL" clId="{0239818E-FECA-4149-A441-07619F1C3CDC}" dt="2025-02-19T13:43:54.374" v="2500" actId="20577"/>
          <ac:spMkLst>
            <pc:docMk/>
            <pc:sldMk cId="3836707026" sldId="269"/>
            <ac:spMk id="3" creationId="{A50FECED-4337-0FA0-4956-6D6E17A2798F}"/>
          </ac:spMkLst>
        </pc:spChg>
        <pc:picChg chg="add mod">
          <ac:chgData name="Frommer, Ian Dr. (EDU)" userId="28ca3ff0-544f-450a-928b-99e19cf49b89" providerId="ADAL" clId="{0239818E-FECA-4149-A441-07619F1C3CDC}" dt="2025-02-19T13:54:15.023" v="2567" actId="1076"/>
          <ac:picMkLst>
            <pc:docMk/>
            <pc:sldMk cId="3836707026" sldId="269"/>
            <ac:picMk id="5" creationId="{626A721A-DDD3-F143-35B5-E7FFABE3F893}"/>
          </ac:picMkLst>
        </pc:picChg>
      </pc:sldChg>
      <pc:sldChg chg="modSp new mod">
        <pc:chgData name="Frommer, Ian Dr. (EDU)" userId="28ca3ff0-544f-450a-928b-99e19cf49b89" providerId="ADAL" clId="{0239818E-FECA-4149-A441-07619F1C3CDC}" dt="2025-02-19T13:41:37.546" v="2410" actId="5793"/>
        <pc:sldMkLst>
          <pc:docMk/>
          <pc:sldMk cId="2320473379" sldId="270"/>
        </pc:sldMkLst>
        <pc:spChg chg="mod">
          <ac:chgData name="Frommer, Ian Dr. (EDU)" userId="28ca3ff0-544f-450a-928b-99e19cf49b89" providerId="ADAL" clId="{0239818E-FECA-4149-A441-07619F1C3CDC}" dt="2025-02-19T13:23:59.651" v="2185" actId="20577"/>
          <ac:spMkLst>
            <pc:docMk/>
            <pc:sldMk cId="2320473379" sldId="270"/>
            <ac:spMk id="2" creationId="{17D35D92-E003-1AE5-0BCE-8CB874221286}"/>
          </ac:spMkLst>
        </pc:spChg>
        <pc:spChg chg="mod">
          <ac:chgData name="Frommer, Ian Dr. (EDU)" userId="28ca3ff0-544f-450a-928b-99e19cf49b89" providerId="ADAL" clId="{0239818E-FECA-4149-A441-07619F1C3CDC}" dt="2025-02-19T13:41:37.546" v="2410" actId="5793"/>
          <ac:spMkLst>
            <pc:docMk/>
            <pc:sldMk cId="2320473379" sldId="270"/>
            <ac:spMk id="3" creationId="{568D5765-FACC-3868-CA4E-3051B620171C}"/>
          </ac:spMkLst>
        </pc:spChg>
      </pc:sldChg>
      <pc:sldChg chg="modSp new mod">
        <pc:chgData name="Frommer, Ian Dr. (EDU)" userId="28ca3ff0-544f-450a-928b-99e19cf49b89" providerId="ADAL" clId="{0239818E-FECA-4149-A441-07619F1C3CDC}" dt="2025-02-19T13:53:34.773" v="2564" actId="27636"/>
        <pc:sldMkLst>
          <pc:docMk/>
          <pc:sldMk cId="640893172" sldId="271"/>
        </pc:sldMkLst>
        <pc:spChg chg="mod">
          <ac:chgData name="Frommer, Ian Dr. (EDU)" userId="28ca3ff0-544f-450a-928b-99e19cf49b89" providerId="ADAL" clId="{0239818E-FECA-4149-A441-07619F1C3CDC}" dt="2025-02-19T13:53:27.613" v="2562" actId="404"/>
          <ac:spMkLst>
            <pc:docMk/>
            <pc:sldMk cId="640893172" sldId="271"/>
            <ac:spMk id="2" creationId="{154C858F-309E-DFAB-E83B-E402E9D1B576}"/>
          </ac:spMkLst>
        </pc:spChg>
        <pc:spChg chg="mod">
          <ac:chgData name="Frommer, Ian Dr. (EDU)" userId="28ca3ff0-544f-450a-928b-99e19cf49b89" providerId="ADAL" clId="{0239818E-FECA-4149-A441-07619F1C3CDC}" dt="2025-02-19T13:53:34.773" v="2564" actId="27636"/>
          <ac:spMkLst>
            <pc:docMk/>
            <pc:sldMk cId="640893172" sldId="271"/>
            <ac:spMk id="3" creationId="{F0B4D2A3-949A-B9B8-859E-9200BF3C3B1D}"/>
          </ac:spMkLst>
        </pc:spChg>
      </pc:sldChg>
      <pc:sldChg chg="addSp modSp new mod modAnim">
        <pc:chgData name="Frommer, Ian Dr. (EDU)" userId="28ca3ff0-544f-450a-928b-99e19cf49b89" providerId="ADAL" clId="{0239818E-FECA-4149-A441-07619F1C3CDC}" dt="2025-02-19T14:23:08.012" v="3003" actId="20577"/>
        <pc:sldMkLst>
          <pc:docMk/>
          <pc:sldMk cId="2691320128" sldId="272"/>
        </pc:sldMkLst>
        <pc:spChg chg="mod">
          <ac:chgData name="Frommer, Ian Dr. (EDU)" userId="28ca3ff0-544f-450a-928b-99e19cf49b89" providerId="ADAL" clId="{0239818E-FECA-4149-A441-07619F1C3CDC}" dt="2025-02-19T13:54:28.982" v="2593" actId="20577"/>
          <ac:spMkLst>
            <pc:docMk/>
            <pc:sldMk cId="2691320128" sldId="272"/>
            <ac:spMk id="2" creationId="{E833E8CD-08E6-F420-3E4E-40840684B8B0}"/>
          </ac:spMkLst>
        </pc:spChg>
        <pc:spChg chg="mod">
          <ac:chgData name="Frommer, Ian Dr. (EDU)" userId="28ca3ff0-544f-450a-928b-99e19cf49b89" providerId="ADAL" clId="{0239818E-FECA-4149-A441-07619F1C3CDC}" dt="2025-02-19T14:23:08.012" v="3003" actId="20577"/>
          <ac:spMkLst>
            <pc:docMk/>
            <pc:sldMk cId="2691320128" sldId="272"/>
            <ac:spMk id="3" creationId="{095D923B-70A3-A729-1C8F-58696527344E}"/>
          </ac:spMkLst>
        </pc:spChg>
        <pc:picChg chg="add mod modCrop">
          <ac:chgData name="Frommer, Ian Dr. (EDU)" userId="28ca3ff0-544f-450a-928b-99e19cf49b89" providerId="ADAL" clId="{0239818E-FECA-4149-A441-07619F1C3CDC}" dt="2025-02-19T13:55:34.633" v="2597" actId="1076"/>
          <ac:picMkLst>
            <pc:docMk/>
            <pc:sldMk cId="2691320128" sldId="272"/>
            <ac:picMk id="4" creationId="{A5B2B100-CEF9-79E6-C052-7C6633F20F09}"/>
          </ac:picMkLst>
        </pc:picChg>
        <pc:picChg chg="add mod modCrop">
          <ac:chgData name="Frommer, Ian Dr. (EDU)" userId="28ca3ff0-544f-450a-928b-99e19cf49b89" providerId="ADAL" clId="{0239818E-FECA-4149-A441-07619F1C3CDC}" dt="2025-02-19T13:56:05.202" v="2602" actId="1076"/>
          <ac:picMkLst>
            <pc:docMk/>
            <pc:sldMk cId="2691320128" sldId="272"/>
            <ac:picMk id="5" creationId="{26DC2F3D-34A3-568A-CA9A-35717B7698F6}"/>
          </ac:picMkLst>
        </pc:picChg>
      </pc:sldChg>
      <pc:sldChg chg="modSp new mod">
        <pc:chgData name="Frommer, Ian Dr. (EDU)" userId="28ca3ff0-544f-450a-928b-99e19cf49b89" providerId="ADAL" clId="{0239818E-FECA-4149-A441-07619F1C3CDC}" dt="2025-02-19T14:17:05.644" v="2856" actId="20577"/>
        <pc:sldMkLst>
          <pc:docMk/>
          <pc:sldMk cId="1497406216" sldId="273"/>
        </pc:sldMkLst>
        <pc:spChg chg="mod">
          <ac:chgData name="Frommer, Ian Dr. (EDU)" userId="28ca3ff0-544f-450a-928b-99e19cf49b89" providerId="ADAL" clId="{0239818E-FECA-4149-A441-07619F1C3CDC}" dt="2025-02-19T14:17:05.644" v="2856" actId="20577"/>
          <ac:spMkLst>
            <pc:docMk/>
            <pc:sldMk cId="1497406216" sldId="273"/>
            <ac:spMk id="2" creationId="{D73167C1-C967-E498-D35E-0AEFE8939314}"/>
          </ac:spMkLst>
        </pc:spChg>
        <pc:spChg chg="mod">
          <ac:chgData name="Frommer, Ian Dr. (EDU)" userId="28ca3ff0-544f-450a-928b-99e19cf49b89" providerId="ADAL" clId="{0239818E-FECA-4149-A441-07619F1C3CDC}" dt="2025-02-19T14:16:54.737" v="2815" actId="404"/>
          <ac:spMkLst>
            <pc:docMk/>
            <pc:sldMk cId="1497406216" sldId="273"/>
            <ac:spMk id="3" creationId="{E0AF8D6F-FB0F-389C-ED9A-5FB6CF550264}"/>
          </ac:spMkLst>
        </pc:spChg>
      </pc:sldChg>
      <pc:sldChg chg="addSp modSp new mod modAnim">
        <pc:chgData name="Frommer, Ian Dr. (EDU)" userId="28ca3ff0-544f-450a-928b-99e19cf49b89" providerId="ADAL" clId="{0239818E-FECA-4149-A441-07619F1C3CDC}" dt="2025-02-19T14:21:28.987" v="2969"/>
        <pc:sldMkLst>
          <pc:docMk/>
          <pc:sldMk cId="3024276570" sldId="274"/>
        </pc:sldMkLst>
        <pc:spChg chg="mod">
          <ac:chgData name="Frommer, Ian Dr. (EDU)" userId="28ca3ff0-544f-450a-928b-99e19cf49b89" providerId="ADAL" clId="{0239818E-FECA-4149-A441-07619F1C3CDC}" dt="2025-02-19T14:20:05.581" v="2951" actId="27636"/>
          <ac:spMkLst>
            <pc:docMk/>
            <pc:sldMk cId="3024276570" sldId="274"/>
            <ac:spMk id="2" creationId="{3BF73C5E-C87E-32ED-37CF-AACA1A48C59F}"/>
          </ac:spMkLst>
        </pc:spChg>
        <pc:spChg chg="mod">
          <ac:chgData name="Frommer, Ian Dr. (EDU)" userId="28ca3ff0-544f-450a-928b-99e19cf49b89" providerId="ADAL" clId="{0239818E-FECA-4149-A441-07619F1C3CDC}" dt="2025-02-19T14:20:33.706" v="2956" actId="13926"/>
          <ac:spMkLst>
            <pc:docMk/>
            <pc:sldMk cId="3024276570" sldId="274"/>
            <ac:spMk id="3" creationId="{8849E534-7C25-0FE5-304D-1DE69EFB21B7}"/>
          </ac:spMkLst>
        </pc:spChg>
        <pc:spChg chg="add mod">
          <ac:chgData name="Frommer, Ian Dr. (EDU)" userId="28ca3ff0-544f-450a-928b-99e19cf49b89" providerId="ADAL" clId="{0239818E-FECA-4149-A441-07619F1C3CDC}" dt="2025-02-19T14:21:18.593" v="2968" actId="27636"/>
          <ac:spMkLst>
            <pc:docMk/>
            <pc:sldMk cId="3024276570" sldId="274"/>
            <ac:spMk id="4" creationId="{B4E42E79-8AA6-88E9-EA53-573F69D06164}"/>
          </ac:spMkLst>
        </pc:spChg>
      </pc:sldChg>
      <pc:sldChg chg="modSp new mod">
        <pc:chgData name="Frommer, Ian Dr. (EDU)" userId="28ca3ff0-544f-450a-928b-99e19cf49b89" providerId="ADAL" clId="{0239818E-FECA-4149-A441-07619F1C3CDC}" dt="2025-02-19T14:57:15.227" v="3694" actId="20577"/>
        <pc:sldMkLst>
          <pc:docMk/>
          <pc:sldMk cId="862340889" sldId="275"/>
        </pc:sldMkLst>
        <pc:spChg chg="mod">
          <ac:chgData name="Frommer, Ian Dr. (EDU)" userId="28ca3ff0-544f-450a-928b-99e19cf49b89" providerId="ADAL" clId="{0239818E-FECA-4149-A441-07619F1C3CDC}" dt="2025-02-19T14:57:15.227" v="3694" actId="20577"/>
          <ac:spMkLst>
            <pc:docMk/>
            <pc:sldMk cId="862340889" sldId="275"/>
            <ac:spMk id="2" creationId="{AE24C350-0B21-36ED-84FB-A77AAE3DFF37}"/>
          </ac:spMkLst>
        </pc:spChg>
        <pc:spChg chg="mod">
          <ac:chgData name="Frommer, Ian Dr. (EDU)" userId="28ca3ff0-544f-450a-928b-99e19cf49b89" providerId="ADAL" clId="{0239818E-FECA-4149-A441-07619F1C3CDC}" dt="2025-02-19T14:46:39.910" v="3192" actId="20577"/>
          <ac:spMkLst>
            <pc:docMk/>
            <pc:sldMk cId="862340889" sldId="275"/>
            <ac:spMk id="3" creationId="{D4933BF1-BB59-CA8A-922C-7E01C71BE3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5171A-96DB-4929-B1AD-6FA109143C2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2375E-5EE2-4DE0-9D4A-53024C681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7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1.00579#:~:text=A%20one%2Dsided%20matching%20problem,N%20want%20to%20be%20assigned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4955D-7326-4DFC-9543-A1899A86C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18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2375E-5EE2-4DE0-9D4A-53024C6815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2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hlinkClick r:id="rId3"/>
              </a:rPr>
              <a:t>See https://arxiv.org/pdf/2101.00579#:~:text=A%20one%2Dsided%20matching%20problem,N%20want%20to%20be%20assigned</a:t>
            </a:r>
            <a:r>
              <a:rPr lang="en-US" sz="1200" dirty="0">
                <a:effectLst/>
                <a:latin typeface="Calibri" panose="020F050202020403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2375E-5EE2-4DE0-9D4A-53024C6815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2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8DDB-826E-EF8C-9F8F-61201B489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D08A1-5B49-E496-6BDD-9D56A48F1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7FB4F-CD2C-D365-20D0-00473D1F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7A8E4-47C1-5758-921C-FAD3DD31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CC04A-2641-4BE8-F873-CFD61988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9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2A41-2DFB-82A4-1974-6809E09E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B335-EC7F-CD7F-ED62-56AD0648F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7F6AF-E7B5-D03D-3ABE-9728629B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8A11-FCA9-0E01-85CC-B07EBDE3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07391-D108-FB34-68BA-5361D079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3C4D-04F2-B769-1DD4-B1F372186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41E5A-4850-2205-EDCD-9D7C4042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BD948-9591-A774-1565-18F8FE6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35C9-AAF4-AEEA-E216-7FD2D925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D38D-ECE3-4876-4CE2-FDF36D31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0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2208-58E6-DE8C-8453-69AADFF4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4AB3-41FB-B02B-0F4F-C9CC4C66B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FC963-8761-FACB-8EB5-3B82F1B99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5940D-28EA-2FDB-02BA-56485C06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4E579-82ED-0ED1-013A-86CA1A2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08BAE-356F-0246-C42C-D4FCCCCB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0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0328-1935-F30E-1834-1201690D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3A6BF-A3FA-66E2-636B-618050F1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88E3A-EA14-E026-BBA6-150B5EE1C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6FBA3-E534-03C9-6435-79808C850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122DA6-761E-4D26-EAAD-954136FBC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3AC2B-FCB4-C345-DC7D-49F42292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3352C-84E1-407F-028F-94644A5B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A8444-C865-F76C-8771-311C3291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4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FF4F-DBDD-0386-10FC-4DB95493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517C6-F9C0-272A-79DD-6A77712B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619A7-690D-60CB-BB6E-A9CC0DDA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A73F8-F80E-DC68-28EE-C2100963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9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21B8-90CC-B1AF-ABBF-D2EFAB33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67199-E169-937E-995D-0D2FC8D8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19A7C-C0D5-FA28-DAF5-A63C286D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1BA8-EEAB-93F3-285D-E50D575A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3FAF4-9DF2-979C-BF13-DAAB1A513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7F1DC-9938-8654-8FE6-82A196612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AC63-4A55-6442-4D46-F5785366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F42B4-BA55-0E30-4C01-0B8136C1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B2804-DAB0-33DD-CDC4-2BED000B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82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75F0-9553-D066-071A-47A37F26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D0F70-B1A7-837D-48A0-BE390740C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94EC0-ACA6-A103-0294-18BB18EDF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CE0F1-7A21-3AB1-3815-907B82CB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024CC-C901-114A-0F73-90687928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97E64-5F20-B5C2-DE91-A9ED029A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1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23F1-8567-D37E-0195-2764B494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1DD02-FA9E-0432-80D0-6C62F18CD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D4ADF-3D6F-1DE7-8861-F303B5FE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ED753-556F-00CD-2824-220E5714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6D8D7-E278-8B2B-754B-F41FB823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9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D7965E-A2D2-70D7-08E6-C33E9EF54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53E1C-5C3B-9BA2-42D0-8A33F6AC6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3049-947F-AFCE-1107-60D4855E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B25B9-53A0-A02D-41F4-0108DFD1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E534B-CE2E-5478-6632-0D290A10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4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6567F-75C9-2F5C-15BD-E1A8572FE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72A52-0E03-691C-36E1-A8289DDC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CBD61-5384-76DA-23EB-4686B16C2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85DA3-8050-4DC5-88DE-D3777392B97A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B3FE1-93AD-00BE-4297-CBC74DCB0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F5C1-2F10-04AA-16EF-87237D430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CE7A9-96A5-48F4-A66E-6713668F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8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7843-4AE9-B203-D598-FCE2ACE3E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0" i="0" u="none" strike="noStrike" baseline="0" dirty="0">
                <a:latin typeface="CMR12"/>
              </a:rPr>
              <a:t>The Stable </a:t>
            </a:r>
            <a:br>
              <a:rPr lang="en-US" sz="6000" b="0" i="0" u="none" strike="noStrike" baseline="0" dirty="0">
                <a:latin typeface="CMR12"/>
              </a:rPr>
            </a:br>
            <a:r>
              <a:rPr lang="en-US" sz="6000" b="0" i="0" u="none" strike="noStrike" baseline="0" dirty="0">
                <a:latin typeface="CMR12"/>
              </a:rPr>
              <a:t>Marriage Problem (SMP)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9A02C-7149-20DC-277A-23BFEF5E6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dirty="0"/>
              <a:t>Part II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457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0828-BDBD-08EA-EAE8-6E39517F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5B1E-FEE9-67A2-6406-A6EB2F13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rtl="0" fontAlgn="ctr">
              <a:buFont typeface="+mj-lt"/>
              <a:buAutoNum type="arabicPeriod"/>
            </a:pPr>
            <a:r>
              <a:rPr lang="en-US" b="0" i="0" dirty="0">
                <a:effectLst/>
                <a:latin typeface="Calibri" panose="020F0502020204030204" pitchFamily="34" charset="0"/>
              </a:rPr>
              <a:t>Briefly discuss HW 5</a:t>
            </a:r>
          </a:p>
          <a:p>
            <a:pPr marL="514350" indent="-514350" rtl="0" fontAlgn="ctr">
              <a:buFont typeface="+mj-lt"/>
              <a:buAutoNum type="arabicPeriod"/>
            </a:pPr>
            <a:endParaRPr lang="en-US" b="0" i="0" dirty="0">
              <a:effectLst/>
              <a:latin typeface="Calibri" panose="020F0502020204030204" pitchFamily="34" charset="0"/>
            </a:endParaRPr>
          </a:p>
          <a:p>
            <a:pPr marL="514350" indent="-514350" rtl="0" fontAlgn="ctr">
              <a:buFont typeface="+mj-lt"/>
              <a:buAutoNum type="arabicPeriod"/>
            </a:pPr>
            <a:r>
              <a:rPr lang="en-US" b="0" i="0" dirty="0">
                <a:effectLst/>
                <a:latin typeface="Calibri" panose="020F0502020204030204" pitchFamily="34" charset="0"/>
              </a:rPr>
              <a:t>IP formulation – with special attention to the </a:t>
            </a:r>
            <a:r>
              <a:rPr lang="en-US" b="1" i="0" dirty="0">
                <a:effectLst/>
                <a:latin typeface="Calibri" panose="020F0502020204030204" pitchFamily="34" charset="0"/>
              </a:rPr>
              <a:t>stability </a:t>
            </a:r>
            <a:r>
              <a:rPr lang="en-US" i="0" dirty="0">
                <a:effectLst/>
                <a:latin typeface="Calibri" panose="020F0502020204030204" pitchFamily="34" charset="0"/>
              </a:rPr>
              <a:t>constraint</a:t>
            </a:r>
          </a:p>
          <a:p>
            <a:pPr marL="514350" indent="-514350" rtl="0" fontAlgn="ctr">
              <a:buFont typeface="+mj-lt"/>
              <a:buAutoNum type="arabicPeriod"/>
            </a:pPr>
            <a:endParaRPr lang="en-US" b="0" i="0" dirty="0">
              <a:effectLst/>
              <a:latin typeface="Calibri" panose="020F0502020204030204" pitchFamily="34" charset="0"/>
            </a:endParaRPr>
          </a:p>
          <a:p>
            <a:pPr marL="514350" indent="-514350" rtl="0" fontAlgn="ctr">
              <a:buFont typeface="+mj-lt"/>
              <a:buAutoNum type="arabicPeriod"/>
            </a:pPr>
            <a:r>
              <a:rPr lang="en-US" b="0" i="0" dirty="0">
                <a:effectLst/>
                <a:latin typeface="Calibri" panose="020F0502020204030204" pitchFamily="34" charset="0"/>
              </a:rPr>
              <a:t>Python implementation of the SMP</a:t>
            </a:r>
          </a:p>
          <a:p>
            <a:pPr lvl="1" fontAlgn="ctr"/>
            <a:r>
              <a:rPr lang="en-US" dirty="0">
                <a:latin typeface="Calibri" panose="020F0502020204030204" pitchFamily="34" charset="0"/>
              </a:rPr>
              <a:t>utilities for data loading, better-match finding and </a:t>
            </a:r>
            <a:r>
              <a:rPr lang="en-US" b="0" i="0" dirty="0">
                <a:effectLst/>
                <a:latin typeface="Calibri" panose="020F0502020204030204" pitchFamily="34" charset="0"/>
              </a:rPr>
              <a:t>stable-matching checking</a:t>
            </a:r>
          </a:p>
          <a:p>
            <a:pPr lvl="1" fontAlgn="ctr"/>
            <a:r>
              <a:rPr lang="en-US" b="0" i="0" dirty="0">
                <a:effectLst/>
                <a:latin typeface="Calibri" panose="020F0502020204030204" pitchFamily="34" charset="0"/>
              </a:rPr>
              <a:t>IP </a:t>
            </a:r>
          </a:p>
          <a:p>
            <a:pPr lvl="1" fontAlgn="ctr"/>
            <a:r>
              <a:rPr lang="en-US" b="0" i="0" dirty="0">
                <a:effectLst/>
                <a:latin typeface="Calibri" panose="020F0502020204030204" pitchFamily="34" charset="0"/>
              </a:rPr>
              <a:t>Gale-Shapley</a:t>
            </a:r>
          </a:p>
          <a:p>
            <a:pPr marL="514350" indent="-514350" fontAlgn="ctr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</a:endParaRPr>
          </a:p>
          <a:p>
            <a:pPr marL="514350" indent="-514350" fontAlgn="ctr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</a:rPr>
              <a:t>P</a:t>
            </a:r>
            <a:r>
              <a:rPr lang="en-US" b="0" i="0" dirty="0">
                <a:effectLst/>
                <a:latin typeface="Calibri" panose="020F0502020204030204" pitchFamily="34" charset="0"/>
              </a:rPr>
              <a:t>roblem variations and implementation ideas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7B27-2442-0E39-A9FD-8260BAA8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SMP Using Integer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77CB-DA0B-FDB4-E6F2-3F7F5E240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Gale-Shapley</a:t>
            </a:r>
          </a:p>
          <a:p>
            <a:pPr lvl="1"/>
            <a:r>
              <a:rPr lang="en-US" dirty="0"/>
              <a:t>finds a stable matching</a:t>
            </a:r>
          </a:p>
          <a:p>
            <a:pPr lvl="1"/>
            <a:r>
              <a:rPr lang="en-US" dirty="0"/>
              <a:t>does so in polynomial time:</a:t>
            </a:r>
          </a:p>
          <a:p>
            <a:pPr lvl="2"/>
            <a:r>
              <a:rPr lang="en-US" dirty="0"/>
              <a:t>at each iteration, 1 man proposes to woman he hasn’t proposed to before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 at most n x n = n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possible proposals, i.e. </a:t>
            </a:r>
            <a:r>
              <a:rPr lang="en-US" dirty="0"/>
              <a:t>at most n</a:t>
            </a:r>
            <a:r>
              <a:rPr lang="en-US" baseline="30000" dirty="0"/>
              <a:t>2</a:t>
            </a:r>
            <a:r>
              <a:rPr lang="en-US" dirty="0"/>
              <a:t> iterations</a:t>
            </a:r>
          </a:p>
          <a:p>
            <a:endParaRPr lang="en-US" sz="1200" i="1" dirty="0"/>
          </a:p>
          <a:p>
            <a:r>
              <a:rPr lang="en-US" dirty="0"/>
              <a:t>So why bother with IP?  What do you think?</a:t>
            </a:r>
          </a:p>
          <a:p>
            <a:pPr lvl="1"/>
            <a:r>
              <a:rPr lang="en-US" dirty="0"/>
              <a:t>allows for an objective function</a:t>
            </a:r>
          </a:p>
          <a:p>
            <a:pPr lvl="1"/>
            <a:r>
              <a:rPr lang="en-US" dirty="0"/>
              <a:t>allows for variations in the formulation such as accounting for incomplete preferences, ties, weighted preferences, costs/budget constraints, and more</a:t>
            </a:r>
          </a:p>
        </p:txBody>
      </p:sp>
    </p:spTree>
    <p:extLst>
      <p:ext uri="{BB962C8B-B14F-4D97-AF65-F5344CB8AC3E}">
        <p14:creationId xmlns:p14="http://schemas.microsoft.com/office/powerpoint/2010/main" val="41035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CC87-B7A4-73DA-E978-4FCD5293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8768"/>
            <a:ext cx="10515600" cy="1325563"/>
          </a:xfrm>
        </p:spPr>
        <p:txBody>
          <a:bodyPr/>
          <a:lstStyle/>
          <a:p>
            <a:r>
              <a:rPr lang="en-US" dirty="0"/>
              <a:t>SMP IP Objective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906E-0A14-6F6E-D81D-F2639A32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89" y="933450"/>
            <a:ext cx="11311841" cy="4659620"/>
          </a:xfrm>
        </p:spPr>
        <p:txBody>
          <a:bodyPr/>
          <a:lstStyle/>
          <a:p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SMP only seeks a </a:t>
            </a:r>
            <a:r>
              <a:rPr lang="en-US" sz="2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feasible</a:t>
            </a: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solution, not an </a:t>
            </a:r>
            <a:r>
              <a:rPr lang="en-US" sz="2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optimal</a:t>
            </a: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one.  This is what is known as a </a:t>
            </a:r>
            <a:r>
              <a:rPr lang="en-US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constraint satisfaction problem</a:t>
            </a: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We will come back to this type of problem later in the semester.</a:t>
            </a:r>
          </a:p>
          <a:p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can add optimality conditions by considering several factors. Some notation:</a:t>
            </a:r>
          </a:p>
          <a:p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Below are a few objective functions to consider:</a:t>
            </a:r>
          </a:p>
          <a:p>
            <a:endParaRPr lang="en-US" sz="2400" b="1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8F6EB5-8831-324C-40D2-DEA69CEC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429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053D1A-27C4-5096-549B-74AECB1D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00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302752-2ACB-2A75-312C-CA104735E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467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2F2F7-DCFD-C212-7ABA-C7BCCE0F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2" y="4605336"/>
            <a:ext cx="9306884" cy="4602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799CC2-DEB5-B8EC-10ED-5140E61B73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583" t="3439" b="48806"/>
          <a:stretch/>
        </p:blipFill>
        <p:spPr>
          <a:xfrm>
            <a:off x="741710" y="5121175"/>
            <a:ext cx="4018375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7EEEE5-B7F2-43EE-B597-AFD39A647A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245"/>
          <a:stretch/>
        </p:blipFill>
        <p:spPr>
          <a:xfrm>
            <a:off x="741710" y="5465498"/>
            <a:ext cx="10459910" cy="304800"/>
          </a:xfrm>
          <a:prstGeom prst="rect">
            <a:avLst/>
          </a:prstGeom>
        </p:spPr>
      </p:pic>
      <p:pic>
        <p:nvPicPr>
          <p:cNvPr id="10" name="Picture 9" descr="A close-up of a text&#10;&#10;Description automatically generated">
            <a:extLst>
              <a:ext uri="{FF2B5EF4-FFF2-40B4-BE49-F238E27FC236}">
                <a16:creationId xmlns:a16="http://schemas.microsoft.com/office/drawing/2014/main" id="{D3CA439B-7171-6CA9-C6D9-4AA531B426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65520"/>
          <a:stretch/>
        </p:blipFill>
        <p:spPr>
          <a:xfrm>
            <a:off x="399090" y="3726796"/>
            <a:ext cx="10560251" cy="987714"/>
          </a:xfrm>
          <a:prstGeom prst="rect">
            <a:avLst/>
          </a:prstGeom>
        </p:spPr>
      </p:pic>
      <p:pic>
        <p:nvPicPr>
          <p:cNvPr id="11" name="Picture 10" descr="A close-up of a text&#10;&#10;Description automatically generated">
            <a:extLst>
              <a:ext uri="{FF2B5EF4-FFF2-40B4-BE49-F238E27FC236}">
                <a16:creationId xmlns:a16="http://schemas.microsoft.com/office/drawing/2014/main" id="{42D8EB23-FB1E-4D6F-12AB-8D4C1656F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838"/>
          <a:stretch/>
        </p:blipFill>
        <p:spPr>
          <a:xfrm>
            <a:off x="399089" y="5737733"/>
            <a:ext cx="10404797" cy="8230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454CB4-E14C-287F-55CD-FAACB156A37A}"/>
              </a:ext>
            </a:extLst>
          </p:cNvPr>
          <p:cNvCxnSpPr>
            <a:cxnSpLocks/>
          </p:cNvCxnSpPr>
          <p:nvPr/>
        </p:nvCxnSpPr>
        <p:spPr>
          <a:xfrm>
            <a:off x="9240041" y="5876925"/>
            <a:ext cx="0" cy="2714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8F6C51-A6E1-4E20-4A66-400BFCB19C81}"/>
              </a:ext>
            </a:extLst>
          </p:cNvPr>
          <p:cNvGraphicFramePr>
            <a:graphicFrameLocks noGrp="1"/>
          </p:cNvGraphicFramePr>
          <p:nvPr/>
        </p:nvGraphicFramePr>
        <p:xfrm>
          <a:off x="827981" y="2267177"/>
          <a:ext cx="10515600" cy="110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276">
                  <a:extLst>
                    <a:ext uri="{9D8B030D-6E8A-4147-A177-3AD203B41FA5}">
                      <a16:colId xmlns:a16="http://schemas.microsoft.com/office/drawing/2014/main" val="758178824"/>
                    </a:ext>
                  </a:extLst>
                </a:gridCol>
                <a:gridCol w="6900324">
                  <a:extLst>
                    <a:ext uri="{9D8B030D-6E8A-4147-A177-3AD203B41FA5}">
                      <a16:colId xmlns:a16="http://schemas.microsoft.com/office/drawing/2014/main" val="342555459"/>
                    </a:ext>
                  </a:extLst>
                </a:gridCol>
              </a:tblGrid>
              <a:tr h="1106265">
                <a:tc>
                  <a:txBody>
                    <a:bodyPr/>
                    <a:lstStyle/>
                    <a:p>
                      <a:pPr lvl="1"/>
                      <a:r>
                        <a:rPr lang="en-US" sz="2000" kern="100" dirty="0">
                          <a:effectLst/>
                        </a:rPr>
                        <a:t>U</a:t>
                      </a:r>
                      <a:r>
                        <a:rPr lang="en-US" sz="2000" kern="100" baseline="-25000" dirty="0">
                          <a:effectLst/>
                        </a:rPr>
                        <a:t>m</a:t>
                      </a:r>
                      <a:r>
                        <a:rPr lang="en-US" sz="2000" kern="100" dirty="0">
                          <a:effectLst/>
                        </a:rPr>
                        <a:t> = the set of men </a:t>
                      </a:r>
                    </a:p>
                    <a:p>
                      <a:pPr lvl="1"/>
                      <a:r>
                        <a:rPr lang="en-US" sz="2000" kern="100" dirty="0" err="1">
                          <a:effectLst/>
                        </a:rPr>
                        <a:t>U</a:t>
                      </a:r>
                      <a:r>
                        <a:rPr lang="en-US" sz="2000" kern="100" baseline="-25000" dirty="0" err="1">
                          <a:effectLst/>
                        </a:rPr>
                        <a:t>w</a:t>
                      </a:r>
                      <a:r>
                        <a:rPr lang="en-US" sz="2000" kern="100" dirty="0">
                          <a:effectLst/>
                        </a:rPr>
                        <a:t> = the set of women</a:t>
                      </a:r>
                    </a:p>
                    <a:p>
                      <a:pPr lvl="1"/>
                      <a:r>
                        <a:rPr lang="en-US" sz="2000" kern="100" dirty="0">
                          <a:effectLst/>
                        </a:rPr>
                        <a:t>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= person 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2000" kern="100" dirty="0">
                          <a:effectLst/>
                        </a:rPr>
                        <a:t>M(a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) = person that 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 is matched to</a:t>
                      </a:r>
                    </a:p>
                    <a:p>
                      <a:pPr lvl="1"/>
                      <a:r>
                        <a:rPr lang="en-US" sz="2000" kern="100" dirty="0">
                          <a:effectLst/>
                        </a:rPr>
                        <a:t>rank(a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, M(a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)) = 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’s ranking of their match M(a</a:t>
                      </a:r>
                      <a:r>
                        <a:rPr lang="en-US" sz="2000" kern="100" baseline="-25000" dirty="0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57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76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FB98-5D5C-3BC8-2B53-347F41FA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787"/>
            <a:ext cx="10515600" cy="1325563"/>
          </a:xfrm>
        </p:spPr>
        <p:txBody>
          <a:bodyPr/>
          <a:lstStyle/>
          <a:p>
            <a:r>
              <a:rPr lang="en-US" dirty="0"/>
              <a:t>IP Formulation – </a:t>
            </a:r>
            <a:r>
              <a:rPr lang="en-US" sz="3200" i="1" dirty="0"/>
              <a:t>take a few minutes to think about it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D429-2A18-9356-E084-133C21D60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6144768"/>
            <a:ext cx="10978895" cy="62655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Let’s walk through an example of the stability constraint on the white board.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96BEE-0DEF-E228-BF80-6CB99F57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377" y="1071693"/>
            <a:ext cx="9507277" cy="4982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D8285-001A-8116-59FB-44041DBAC171}"/>
              </a:ext>
            </a:extLst>
          </p:cNvPr>
          <p:cNvSpPr txBox="1"/>
          <p:nvPr/>
        </p:nvSpPr>
        <p:spPr>
          <a:xfrm>
            <a:off x="9208008" y="1810512"/>
            <a:ext cx="2578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Note: </a:t>
            </a:r>
          </a:p>
          <a:p>
            <a:r>
              <a:rPr lang="en-US" b="1" dirty="0">
                <a:solidFill>
                  <a:schemeClr val="accent1"/>
                </a:solidFill>
              </a:rPr>
              <a:t>  no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73449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0F67-583F-BE69-11E4-96580126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</a:t>
            </a:r>
            <a:r>
              <a:rPr lang="en-US" dirty="0" err="1"/>
              <a:t>PuLP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33A12-670E-366A-6C3F-E8758820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will load in the preference data from csv files – see above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smp_utils.py </a:t>
            </a:r>
            <a:r>
              <a:rPr lang="en-US" dirty="0"/>
              <a:t>has some helper code we will and you can use</a:t>
            </a:r>
          </a:p>
          <a:p>
            <a:r>
              <a:rPr lang="en-US" dirty="0"/>
              <a:t>what data structures does the formulation need?    </a:t>
            </a:r>
            <a:r>
              <a:rPr lang="en-US" b="1" i="1" dirty="0"/>
              <a:t>think about it</a:t>
            </a:r>
            <a:endParaRPr lang="en-US" dirty="0"/>
          </a:p>
          <a:p>
            <a:pPr lvl="1"/>
            <a:r>
              <a:rPr lang="en-US" dirty="0"/>
              <a:t>pairs</a:t>
            </a:r>
          </a:p>
          <a:p>
            <a:pPr lvl="1"/>
            <a:r>
              <a:rPr lang="pl-PL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k:P</a:t>
            </a:r>
            <a:r>
              <a:rPr lang="pl-PL" b="0" i="0" u="none" strike="noStrike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l-PL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  <a:r>
              <a:rPr lang="en-US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pl-PL" b="0" i="0" u="none" strike="noStrike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l-PL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(j)</a:t>
            </a:r>
            <a:r>
              <a:rPr lang="en-US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i="0" u="none" strike="noStrike" baseline="0" dirty="0">
                <a:latin typeface="CMR8"/>
              </a:rPr>
              <a:t>– translate this to English – </a:t>
            </a:r>
          </a:p>
          <a:p>
            <a:pPr marL="457200" lvl="1" indent="0">
              <a:buNone/>
            </a:pPr>
            <a:r>
              <a:rPr lang="en-US" dirty="0">
                <a:latin typeface="CMR8"/>
              </a:rPr>
              <a:t>The partners that i prefers to j. I made a dictionary keyed by the (</a:t>
            </a:r>
            <a:r>
              <a:rPr lang="en-US" dirty="0" err="1">
                <a:latin typeface="CMR8"/>
              </a:rPr>
              <a:t>i,j</a:t>
            </a:r>
            <a:r>
              <a:rPr lang="en-US" dirty="0">
                <a:latin typeface="CMR8"/>
              </a:rPr>
              <a:t>) pair with value being a list of the partners.</a:t>
            </a:r>
          </a:p>
          <a:p>
            <a:pPr marL="457200" lvl="1" indent="0">
              <a:buNone/>
            </a:pPr>
            <a:r>
              <a:rPr lang="en-US" dirty="0"/>
              <a:t>An entry looks like {('Cindy', 'Dan'): ['Carl', 'Bob', 'Alan’], … } meaning Cindy prefers those men to Dan.</a:t>
            </a:r>
          </a:p>
          <a:p>
            <a:pPr marL="457200" lvl="1" indent="0">
              <a:buNone/>
            </a:pPr>
            <a:r>
              <a:rPr lang="en-US" dirty="0"/>
              <a:t>(We will hold off on building a data structure for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2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(j)</a:t>
            </a:r>
            <a:r>
              <a:rPr lang="en-US" dirty="0"/>
              <a:t> itself for now.)</a:t>
            </a:r>
          </a:p>
          <a:p>
            <a:pPr lvl="1"/>
            <a:endParaRPr lang="en-US" dirty="0"/>
          </a:p>
          <a:p>
            <a:r>
              <a:rPr lang="en-US" dirty="0"/>
              <a:t>let’s understand some of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smp_utils.py </a:t>
            </a:r>
            <a:r>
              <a:rPr lang="en-US" dirty="0"/>
              <a:t>code and then fill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stable_marriage_basic_skeleton.py</a:t>
            </a:r>
            <a:r>
              <a:rPr lang="en-US" dirty="0"/>
              <a:t> in spyder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28982-1A92-6AF9-CC76-A1A2B15C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199" b="74233"/>
          <a:stretch/>
        </p:blipFill>
        <p:spPr>
          <a:xfrm>
            <a:off x="8154653" y="167659"/>
            <a:ext cx="1436819" cy="353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D7B3A-A7E9-B330-0998-3DB7C876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115"/>
          <a:stretch/>
        </p:blipFill>
        <p:spPr>
          <a:xfrm>
            <a:off x="8390995" y="521130"/>
            <a:ext cx="3801005" cy="101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6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DB05-3E6C-CCE8-6444-F7456FD7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B549-4FF8-952E-1DB8-37345869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</a:t>
            </a:r>
            <a:r>
              <a:rPr lang="en-US" dirty="0" err="1"/>
              <a:t>PuLP</a:t>
            </a:r>
            <a:r>
              <a:rPr lang="en-US" dirty="0"/>
              <a:t> Implementation: stability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24574-C6C6-0B7C-E910-4CFD2E47C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68" y="1498060"/>
            <a:ext cx="11013332" cy="5116749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pair in pairs: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man, woman = pair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better_women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better_matches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[(man, woman)]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better_matches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[(woman, man)]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Either this pair is a match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constr_lhs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x[pair]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or the man is with a woman he preferred to this woman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constr_lhs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(x[(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man,better_woman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)]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better_woman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better_women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or the woman is with a man she preferred to this man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constr_lhs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(x[(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better_man,woman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)]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better_men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Constraint insures at least 1 of the above 3 conditions is true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constr_lhs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&gt;= 1,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f'Stability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constr. for {man} and {woman}'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8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5D92-E003-1AE5-0BCE-8CB87422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</a:t>
            </a:r>
            <a:r>
              <a:rPr lang="en-US" dirty="0" err="1"/>
              <a:t>PuLP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5765-FACC-3868-CA4E-3051B6201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Matches: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Alan Cindy	Bob Alice	Carl Debbie	Dan Brenda	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Status:  Optimal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Stable matching?  True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It ran the function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smp_utils.is_it_stable</a:t>
            </a:r>
            <a:r>
              <a:rPr lang="en-US" dirty="0"/>
              <a:t> – see that code.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473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C9F5-BA9F-4F45-E562-22893BB2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an Objective in the 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ECED-4337-0FA0-4956-6D6E17A27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42" y="5671224"/>
            <a:ext cx="10515600" cy="8986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Now we will need a data structure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(j)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We can use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smp_utils.prefs_to_ranks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A721A-DDD3-F143-35B5-E7FFABE3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3732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858F-309E-DFAB-E83B-E402E9D1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4"/>
            <a:ext cx="3998068" cy="2105701"/>
          </a:xfrm>
        </p:spPr>
        <p:txBody>
          <a:bodyPr>
            <a:normAutofit/>
          </a:bodyPr>
          <a:lstStyle/>
          <a:p>
            <a:r>
              <a:rPr lang="en-US" sz="4000" dirty="0"/>
              <a:t>Example usage of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prefs_to_ranks</a:t>
            </a:r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D2A3-949A-B9B8-859E-9200BF3C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194554"/>
            <a:ext cx="6324600" cy="64299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prefs_dict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Out[77]: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{'Alan': ['Cindy', 'Alice', 'Debbie', 'Brenda'],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'Bob': ['Alice', 'Cindy', 'Debbie', 'Brenda'],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'Carl': ['Debbie', 'Cindy', 'Alice', 'Brenda'],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'Dan': ['Cindy', 'Brenda', 'Alice', 'Debbie'],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'Alice': ['Dan', 'Carl', 'Alan', 'Bob'],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'Brenda': ['Carl', 'Dan', 'Alan', 'Bob'],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'Cindy': ['Carl', 'Bob', 'Alan', 'Dan'],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'Debbie': ['Dan', 'Bob', 'Carl', 'Alan']}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rank_dict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prefs_to_ranks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prefs_dict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rank_dict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Out[79]: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{('Alan', 'Cindy'): 1,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('Alan', 'Alice'): 2,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('Alan', 'Debbie'): 3,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('Alan', 'Brenda'): 4,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('Bob', 'Alice'): 1,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('Bob', 'Cindy'): 2,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64089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E8CD-08E6-F420-3E4E-40840684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923B-70A3-A729-1C8F-58696527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8366"/>
          </a:xfrm>
        </p:spPr>
        <p:txBody>
          <a:bodyPr>
            <a:normAutofit/>
          </a:bodyPr>
          <a:lstStyle/>
          <a:p>
            <a:r>
              <a:rPr lang="en-US" dirty="0"/>
              <a:t>Let’s:</a:t>
            </a:r>
          </a:p>
          <a:p>
            <a:pPr lvl="1"/>
            <a:r>
              <a:rPr lang="en-US" dirty="0"/>
              <a:t>minimize (1) + (2)</a:t>
            </a:r>
          </a:p>
          <a:p>
            <a:pPr lvl="1"/>
            <a:r>
              <a:rPr lang="en-US" dirty="0"/>
              <a:t>minimize (2) only</a:t>
            </a:r>
          </a:p>
          <a:p>
            <a:r>
              <a:rPr lang="en-US" dirty="0"/>
              <a:t>Some code to add (can create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stable_marriage_intermed.py </a:t>
            </a:r>
            <a:r>
              <a:rPr lang="en-US" dirty="0"/>
              <a:t>file):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ranks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prefs_to_ranks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prefs_dict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  #  this is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(j)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lpSum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(ranks[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man,woman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* x[man, woman] for man in men for woman in women)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lpSum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(ranks[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woman,man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* x[man, woman] for man in men for woman in women)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#+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# or uncomment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men_ranks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2B100-CEF9-79E6-C052-7C6633F20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88" r="60984" b="41502"/>
          <a:stretch/>
        </p:blipFill>
        <p:spPr>
          <a:xfrm>
            <a:off x="6926094" y="865476"/>
            <a:ext cx="4756826" cy="1682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DC2F3D-34A3-568A-CA9A-35717B769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25" t="16667" b="41924"/>
          <a:stretch/>
        </p:blipFill>
        <p:spPr>
          <a:xfrm>
            <a:off x="11263820" y="849245"/>
            <a:ext cx="838199" cy="16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2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67C1-C967-E498-D35E-0AEFE893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code for results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F8D6F-FB0F-389C-ED9A-5FB6CF550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print('\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nRanks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men received -')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m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matched_vars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get_rank_of_match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m,prefs_dict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print(f'{m[0]} ranked {m[1]} {r}')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print('Sum = ',value(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men_ranks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print('\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nRanks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women received -')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m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matched_vars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get_rank_of_match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(m[-1::-1],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prefs_dict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print(f'{m[1]} ranked {m[0]} {r}')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print('Sum = ',value(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women_ranks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0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3C5E-C87E-32ED-37CF-AACA1A48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01119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E534-7C25-0FE5-304D-1DE69EFB2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02" y="1391055"/>
            <a:ext cx="5710136" cy="5214026"/>
          </a:xfrm>
        </p:spPr>
        <p:txBody>
          <a:bodyPr>
            <a:normAutofit fontScale="77500" lnSpcReduction="20000"/>
          </a:bodyPr>
          <a:lstStyle/>
          <a:p>
            <a:r>
              <a:rPr lang="en-US" sz="3300" dirty="0"/>
              <a:t>No objective</a:t>
            </a:r>
          </a:p>
          <a:p>
            <a:endParaRPr lang="en-US" sz="3300" dirty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Ranks men received -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Alan ranked Cindy 1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Bob ranked Alice 1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Carl ranked Debbie 1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Dan ranked Brenda 2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 =  5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Ranks women received -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Cindy ranked Alan 3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Alice ranked Bob 4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Debbie ranked Carl 3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Brenda ranked Dan 2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 =  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en-US" sz="33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E42E79-8AA6-88E9-EA53-573F69D06164}"/>
              </a:ext>
            </a:extLst>
          </p:cNvPr>
          <p:cNvSpPr txBox="1">
            <a:spLocks/>
          </p:cNvSpPr>
          <p:nvPr/>
        </p:nvSpPr>
        <p:spPr>
          <a:xfrm>
            <a:off x="6096000" y="1391054"/>
            <a:ext cx="5890591" cy="5282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 dirty="0"/>
              <a:t>Minimize women ranks objective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Ranks men received -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Alan ranked Alice 2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Bob ranked Debbie 3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Carl ranked Cindy 2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Dan ranked Brenda 2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Sum =  9</a:t>
            </a:r>
          </a:p>
          <a:p>
            <a:pPr marL="0" indent="0">
              <a:buNone/>
            </a:pPr>
            <a:endParaRPr lang="en-US" sz="3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Ranks women received -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Alice ranked Alan 3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Debbie ranked Bob 2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Cindy ranked Carl 1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Brenda ranked Dan 2</a:t>
            </a:r>
          </a:p>
          <a:p>
            <a:pPr marL="0" indent="0">
              <a:buNone/>
            </a:pP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Sum =  </a:t>
            </a:r>
            <a:r>
              <a:rPr lang="en-US" sz="3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7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C350-0B21-36ED-84FB-A77AAE3D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Gale-Shapley (G-S)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3BF1-BB59-CA8A-922C-7E01C71B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yourself as an exercise, or</a:t>
            </a:r>
          </a:p>
          <a:p>
            <a:r>
              <a:rPr lang="en-US" dirty="0"/>
              <a:t>find good code and test it carefully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Time permitting – let’s run some G-S code in class</a:t>
            </a:r>
          </a:p>
        </p:txBody>
      </p:sp>
    </p:spTree>
    <p:extLst>
      <p:ext uri="{BB962C8B-B14F-4D97-AF65-F5344CB8AC3E}">
        <p14:creationId xmlns:p14="http://schemas.microsoft.com/office/powerpoint/2010/main" val="86234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9B53-3CE0-EE4A-4B45-24BFFA62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</a:rPr>
              <a:t>Variations/Extensions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8CA2-737E-B306-4C36-5599D65E4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ctr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</a:rPr>
              <a:t>one-sided</a:t>
            </a:r>
            <a:r>
              <a:rPr lang="en-US" dirty="0">
                <a:latin typeface="Calibri" panose="020F0502020204030204" pitchFamily="34" charset="0"/>
              </a:rPr>
              <a:t> (or single-sided) matchings</a:t>
            </a:r>
          </a:p>
          <a:p>
            <a:pPr lvl="1" fontAlgn="ctr"/>
            <a:r>
              <a:rPr lang="en-US" dirty="0">
                <a:effectLst/>
                <a:latin typeface="Calibri" panose="020F0502020204030204" pitchFamily="34" charset="0"/>
              </a:rPr>
              <a:t>assign a set of entities to a second set of entities when those in the first set have preferences over those in the second set, but not vice versa. </a:t>
            </a:r>
          </a:p>
          <a:p>
            <a:pPr lvl="1" fontAlgn="ctr"/>
            <a:r>
              <a:rPr lang="en-US" dirty="0">
                <a:latin typeface="Calibri" panose="020F0502020204030204" pitchFamily="34" charset="0"/>
              </a:rPr>
              <a:t>example applications – pupils to schools, residents to housing, etc.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lvl="1" fontAlgn="ctr"/>
            <a:r>
              <a:rPr lang="en-US" dirty="0">
                <a:latin typeface="Calibri" panose="020F0502020204030204" pitchFamily="34" charset="0"/>
              </a:rPr>
              <a:t>tentative plans for a Coast-Guard-related guest lecture on this subject in early March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</a:rPr>
              <a:t>c</a:t>
            </a:r>
            <a:r>
              <a:rPr lang="en-US" dirty="0">
                <a:effectLst/>
                <a:latin typeface="Calibri" panose="020F0502020204030204" pitchFamily="34" charset="0"/>
              </a:rPr>
              <a:t>ollege admission (and related) </a:t>
            </a:r>
          </a:p>
          <a:p>
            <a:pPr lvl="1" fontAlgn="ctr"/>
            <a:r>
              <a:rPr lang="en-US" dirty="0">
                <a:effectLst/>
                <a:latin typeface="Calibri" panose="020F0502020204030204" pitchFamily="34" charset="0"/>
              </a:rPr>
              <a:t>no longer a 1:1 matching, now assign </a:t>
            </a:r>
            <a:r>
              <a:rPr lang="en-US" i="1" dirty="0" err="1">
                <a:effectLst/>
                <a:latin typeface="Calibri" panose="020F0502020204030204" pitchFamily="34" charset="0"/>
              </a:rPr>
              <a:t>n</a:t>
            </a:r>
            <a:r>
              <a:rPr lang="en-US" i="1" baseline="-25000" dirty="0" err="1">
                <a:effectLst/>
                <a:latin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</a:rPr>
              <a:t> students to each of </a:t>
            </a:r>
            <a:r>
              <a:rPr lang="en-US" i="1" dirty="0">
                <a:effectLst/>
                <a:latin typeface="Calibri" panose="020F0502020204030204" pitchFamily="34" charset="0"/>
              </a:rPr>
              <a:t>m</a:t>
            </a:r>
            <a:r>
              <a:rPr lang="en-US" dirty="0">
                <a:effectLst/>
                <a:latin typeface="Calibri" panose="020F0502020204030204" pitchFamily="34" charset="0"/>
              </a:rPr>
              <a:t> universities</a:t>
            </a:r>
          </a:p>
          <a:p>
            <a:pPr lvl="1" fontAlgn="ctr"/>
            <a:r>
              <a:rPr lang="en-US" dirty="0">
                <a:latin typeface="Calibri" panose="020F0502020204030204" pitchFamily="34" charset="0"/>
              </a:rPr>
              <a:t>how would we model this?  could we create a G-S-like algorithm?</a:t>
            </a:r>
          </a:p>
          <a:p>
            <a:pPr lvl="1" fontAlgn="ctr"/>
            <a:r>
              <a:rPr lang="en-US" dirty="0">
                <a:effectLst/>
                <a:latin typeface="Calibri" panose="020F0502020204030204" pitchFamily="34" charset="0"/>
              </a:rPr>
              <a:t>see Erasmus lecture reference on D2L</a:t>
            </a:r>
          </a:p>
        </p:txBody>
      </p:sp>
    </p:spTree>
    <p:extLst>
      <p:ext uri="{BB962C8B-B14F-4D97-AF65-F5344CB8AC3E}">
        <p14:creationId xmlns:p14="http://schemas.microsoft.com/office/powerpoint/2010/main" val="1022732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3AD8-D8F0-BDE3-2249-E75F28E6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426C-565D-E66A-4017-1FCA05D5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Calibri" panose="020F0502020204030204" pitchFamily="34" charset="0"/>
              </a:rPr>
              <a:t>Variations/Extensions (</a:t>
            </a:r>
            <a:r>
              <a:rPr lang="en-US" sz="4400" dirty="0" err="1">
                <a:effectLst/>
                <a:latin typeface="Calibri" panose="020F0502020204030204" pitchFamily="34" charset="0"/>
              </a:rPr>
              <a:t>cont</a:t>
            </a:r>
            <a:r>
              <a:rPr lang="en-US" sz="4400" dirty="0">
                <a:effectLst/>
                <a:latin typeface="Calibri" panose="020F0502020204030204" pitchFamily="34" charset="0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666E-E53E-C9B2-C80D-4660A16C2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ctr"/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Generalizations:</a:t>
            </a:r>
          </a:p>
          <a:p>
            <a:pPr lvl="1" fontAlgn="ctr"/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forbidden pairs</a:t>
            </a:r>
          </a:p>
          <a:p>
            <a:pPr lvl="1" fontAlgn="ctr"/>
            <a:r>
              <a:rPr lang="en-US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indifference (i.e. ties allowed)</a:t>
            </a:r>
            <a:endParaRPr lang="en-US" dirty="0">
              <a:solidFill>
                <a:srgbClr val="202122"/>
              </a:solidFill>
              <a:latin typeface="Calibri" panose="020F0502020204030204" pitchFamily="34" charset="0"/>
            </a:endParaRPr>
          </a:p>
          <a:p>
            <a:pPr lvl="1" fontAlgn="ctr"/>
            <a:r>
              <a:rPr lang="en-US" dirty="0"/>
              <a:t>incomplete lists</a:t>
            </a:r>
          </a:p>
          <a:p>
            <a:pPr lvl="1" fontAlgn="ctr"/>
            <a:r>
              <a:rPr lang="en-US" dirty="0"/>
              <a:t>imbalanced, e.g. </a:t>
            </a:r>
            <a:r>
              <a:rPr lang="en-US" i="1" dirty="0"/>
              <a:t>n </a:t>
            </a:r>
            <a:r>
              <a:rPr lang="en-US" dirty="0"/>
              <a:t>men, </a:t>
            </a:r>
            <a:r>
              <a:rPr lang="en-US" i="1" dirty="0"/>
              <a:t>n’</a:t>
            </a:r>
            <a:r>
              <a:rPr lang="en-US" dirty="0"/>
              <a:t> women, and </a:t>
            </a:r>
            <a:r>
              <a:rPr lang="en-US" i="1" dirty="0"/>
              <a:t>n </a:t>
            </a:r>
            <a:r>
              <a:rPr lang="en-US" dirty="0"/>
              <a:t>≠</a:t>
            </a:r>
            <a:r>
              <a:rPr lang="en-US" i="1" dirty="0"/>
              <a:t> n’</a:t>
            </a:r>
          </a:p>
          <a:p>
            <a:pPr lvl="1" fontAlgn="ctr"/>
            <a:r>
              <a:rPr lang="en-US" dirty="0"/>
              <a:t>single set with preferences, e.g. the “stable roommates problem”</a:t>
            </a:r>
          </a:p>
          <a:p>
            <a:pPr lvl="1" fontAlgn="ctr"/>
            <a:r>
              <a:rPr lang="en-US" dirty="0"/>
              <a:t>auction component – participants “bid” for partners</a:t>
            </a:r>
          </a:p>
          <a:p>
            <a:pPr lvl="1" fontAlgn="ctr"/>
            <a:r>
              <a:rPr lang="en-US" dirty="0"/>
              <a:t>many more…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a very rich problem with connections to graph theory, economics, computer science, and more and a vast number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59610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1490</Words>
  <Application>Microsoft Office PowerPoint</Application>
  <PresentationFormat>Widescreen</PresentationFormat>
  <Paragraphs>189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CMR12</vt:lpstr>
      <vt:lpstr>CMR8</vt:lpstr>
      <vt:lpstr>Courier New</vt:lpstr>
      <vt:lpstr>Wingdings</vt:lpstr>
      <vt:lpstr>Office Theme</vt:lpstr>
      <vt:lpstr>The Stable  Marriage Problem (SMP)</vt:lpstr>
      <vt:lpstr>Plan for Today</vt:lpstr>
      <vt:lpstr>Solving the SMP Using Integer Programming</vt:lpstr>
      <vt:lpstr>SMP IP Objective Function</vt:lpstr>
      <vt:lpstr>IP Formulation – take a few minutes to think about it</vt:lpstr>
      <vt:lpstr>IP PuLP Implementation</vt:lpstr>
      <vt:lpstr>IP PuLP Implementation: stability constraint</vt:lpstr>
      <vt:lpstr>IP PuLP Implementation</vt:lpstr>
      <vt:lpstr>Implement an Objective in the IP</vt:lpstr>
      <vt:lpstr>Example usage of prefs_to_ranks</vt:lpstr>
      <vt:lpstr>Implementing an Objective</vt:lpstr>
      <vt:lpstr>Some new code for results display</vt:lpstr>
      <vt:lpstr>Results</vt:lpstr>
      <vt:lpstr>Gale-Shapley (G-S) Implementation</vt:lpstr>
      <vt:lpstr>Variations/Extensions</vt:lpstr>
      <vt:lpstr>Variations/Extensions (cont)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2025-02-12T18:41:27Z</dcterms:created>
  <dcterms:modified xsi:type="dcterms:W3CDTF">2025-02-19T15:09:06Z</dcterms:modified>
</cp:coreProperties>
</file>